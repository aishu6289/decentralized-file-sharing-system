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</p:sldMasterIdLst>
  <p:sldIdLst>
    <p:sldId id="265" r:id="rId2"/>
    <p:sldId id="267" r:id="rId3"/>
    <p:sldId id="266" r:id="rId4"/>
    <p:sldId id="268" r:id="rId5"/>
    <p:sldId id="269" r:id="rId6"/>
    <p:sldId id="270" r:id="rId7"/>
    <p:sldId id="271" r:id="rId8"/>
    <p:sldId id="272" r:id="rId9"/>
    <p:sldId id="256" r:id="rId10"/>
    <p:sldId id="275" r:id="rId11"/>
    <p:sldId id="258" r:id="rId12"/>
    <p:sldId id="259" r:id="rId13"/>
    <p:sldId id="260" r:id="rId14"/>
    <p:sldId id="262" r:id="rId15"/>
    <p:sldId id="261" r:id="rId16"/>
    <p:sldId id="263" r:id="rId17"/>
    <p:sldId id="276" r:id="rId18"/>
    <p:sldId id="273" r:id="rId19"/>
    <p:sldId id="278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8D1CE-8404-47C1-9812-3501F9376896}" v="76" dt="2026-01-08T21:45:26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33" autoAdjust="0"/>
  </p:normalViewPr>
  <p:slideViewPr>
    <p:cSldViewPr snapToGrid="0">
      <p:cViewPr varScale="1">
        <p:scale>
          <a:sx n="69" d="100"/>
          <a:sy n="69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a .S.R" userId="1bcbc41ca8c497e7" providerId="LiveId" clId="{B5AC20FB-5B9E-4C6D-9E0E-5CC695488697}"/>
    <pc:docChg chg="undo custSel addSld delSld modSld">
      <pc:chgData name="Sahana .S.R" userId="1bcbc41ca8c497e7" providerId="LiveId" clId="{B5AC20FB-5B9E-4C6D-9E0E-5CC695488697}" dt="2026-01-08T21:48:26.102" v="1370" actId="1076"/>
      <pc:docMkLst>
        <pc:docMk/>
      </pc:docMkLst>
      <pc:sldChg chg="addSp delSp modSp mod">
        <pc:chgData name="Sahana .S.R" userId="1bcbc41ca8c497e7" providerId="LiveId" clId="{B5AC20FB-5B9E-4C6D-9E0E-5CC695488697}" dt="2026-01-08T21:05:26.158" v="584"/>
        <pc:sldMkLst>
          <pc:docMk/>
          <pc:sldMk cId="488781740" sldId="256"/>
        </pc:sldMkLst>
        <pc:spChg chg="mod">
          <ac:chgData name="Sahana .S.R" userId="1bcbc41ca8c497e7" providerId="LiveId" clId="{B5AC20FB-5B9E-4C6D-9E0E-5CC695488697}" dt="2026-01-08T20:45:22.415" v="375" actId="1076"/>
          <ac:spMkLst>
            <pc:docMk/>
            <pc:sldMk cId="488781740" sldId="256"/>
            <ac:spMk id="2" creationId="{D3497303-A959-802D-74A7-A853CC57F45C}"/>
          </ac:spMkLst>
        </pc:spChg>
        <pc:spChg chg="add del mod">
          <ac:chgData name="Sahana .S.R" userId="1bcbc41ca8c497e7" providerId="LiveId" clId="{B5AC20FB-5B9E-4C6D-9E0E-5CC695488697}" dt="2026-01-08T20:39:28.351" v="239" actId="478"/>
          <ac:spMkLst>
            <pc:docMk/>
            <pc:sldMk cId="488781740" sldId="256"/>
            <ac:spMk id="3" creationId="{913EFC1B-47A2-E04D-F591-2BE38F3B9A67}"/>
          </ac:spMkLst>
        </pc:spChg>
        <pc:spChg chg="del">
          <ac:chgData name="Sahana .S.R" userId="1bcbc41ca8c497e7" providerId="LiveId" clId="{B5AC20FB-5B9E-4C6D-9E0E-5CC695488697}" dt="2026-01-08T20:39:24.743" v="238" actId="478"/>
          <ac:spMkLst>
            <pc:docMk/>
            <pc:sldMk cId="488781740" sldId="256"/>
            <ac:spMk id="4" creationId="{78B45559-AF02-7D51-8965-850C9C4807AB}"/>
          </ac:spMkLst>
        </pc:spChg>
        <pc:spChg chg="add mod">
          <ac:chgData name="Sahana .S.R" userId="1bcbc41ca8c497e7" providerId="LiveId" clId="{B5AC20FB-5B9E-4C6D-9E0E-5CC695488697}" dt="2026-01-08T21:05:26.158" v="584"/>
          <ac:spMkLst>
            <pc:docMk/>
            <pc:sldMk cId="488781740" sldId="256"/>
            <ac:spMk id="5" creationId="{B3084047-21D6-8525-4D04-631EB3A864E2}"/>
          </ac:spMkLst>
        </pc:spChg>
      </pc:sldChg>
      <pc:sldChg chg="addSp modSp del mod">
        <pc:chgData name="Sahana .S.R" userId="1bcbc41ca8c497e7" providerId="LiveId" clId="{B5AC20FB-5B9E-4C6D-9E0E-5CC695488697}" dt="2026-01-08T21:06:06.453" v="593" actId="2696"/>
        <pc:sldMkLst>
          <pc:docMk/>
          <pc:sldMk cId="1566613928" sldId="257"/>
        </pc:sldMkLst>
        <pc:spChg chg="add mod">
          <ac:chgData name="Sahana .S.R" userId="1bcbc41ca8c497e7" providerId="LiveId" clId="{B5AC20FB-5B9E-4C6D-9E0E-5CC695488697}" dt="2026-01-08T20:52:48.340" v="465" actId="20577"/>
          <ac:spMkLst>
            <pc:docMk/>
            <pc:sldMk cId="1566613928" sldId="257"/>
            <ac:spMk id="2" creationId="{D8259621-CF48-222F-D58F-5C882773B5B6}"/>
          </ac:spMkLst>
        </pc:spChg>
        <pc:spChg chg="mod">
          <ac:chgData name="Sahana .S.R" userId="1bcbc41ca8c497e7" providerId="LiveId" clId="{B5AC20FB-5B9E-4C6D-9E0E-5CC695488697}" dt="2026-01-08T20:51:04.801" v="442" actId="1076"/>
          <ac:spMkLst>
            <pc:docMk/>
            <pc:sldMk cId="1566613928" sldId="257"/>
            <ac:spMk id="5" creationId="{9B2BE290-7885-0BE0-7A9D-F92293758C46}"/>
          </ac:spMkLst>
        </pc:spChg>
      </pc:sldChg>
      <pc:sldChg chg="addSp delSp modSp mod">
        <pc:chgData name="Sahana .S.R" userId="1bcbc41ca8c497e7" providerId="LiveId" clId="{B5AC20FB-5B9E-4C6D-9E0E-5CC695488697}" dt="2026-01-08T21:06:39.456" v="598" actId="14100"/>
        <pc:sldMkLst>
          <pc:docMk/>
          <pc:sldMk cId="1344235737" sldId="258"/>
        </pc:sldMkLst>
        <pc:spChg chg="mod">
          <ac:chgData name="Sahana .S.R" userId="1bcbc41ca8c497e7" providerId="LiveId" clId="{B5AC20FB-5B9E-4C6D-9E0E-5CC695488697}" dt="2026-01-08T20:55:38.819" v="499" actId="1076"/>
          <ac:spMkLst>
            <pc:docMk/>
            <pc:sldMk cId="1344235737" sldId="258"/>
            <ac:spMk id="2" creationId="{FE254C92-AD11-2808-7464-9BC059D5505B}"/>
          </ac:spMkLst>
        </pc:spChg>
        <pc:spChg chg="mod">
          <ac:chgData name="Sahana .S.R" userId="1bcbc41ca8c497e7" providerId="LiveId" clId="{B5AC20FB-5B9E-4C6D-9E0E-5CC695488697}" dt="2026-01-08T21:06:21.018" v="595" actId="14100"/>
          <ac:spMkLst>
            <pc:docMk/>
            <pc:sldMk cId="1344235737" sldId="258"/>
            <ac:spMk id="4" creationId="{827E233A-594C-F12B-FCD6-648C6DA5398F}"/>
          </ac:spMkLst>
        </pc:spChg>
        <pc:picChg chg="del">
          <ac:chgData name="Sahana .S.R" userId="1bcbc41ca8c497e7" providerId="LiveId" clId="{B5AC20FB-5B9E-4C6D-9E0E-5CC695488697}" dt="2026-01-08T20:55:49.098" v="500" actId="478"/>
          <ac:picMkLst>
            <pc:docMk/>
            <pc:sldMk cId="1344235737" sldId="258"/>
            <ac:picMk id="3" creationId="{C1F9E582-FA43-E875-3ECA-F8810AC66EDA}"/>
          </ac:picMkLst>
        </pc:picChg>
        <pc:picChg chg="add mod">
          <ac:chgData name="Sahana .S.R" userId="1bcbc41ca8c497e7" providerId="LiveId" clId="{B5AC20FB-5B9E-4C6D-9E0E-5CC695488697}" dt="2026-01-08T21:06:39.456" v="598" actId="14100"/>
          <ac:picMkLst>
            <pc:docMk/>
            <pc:sldMk cId="1344235737" sldId="258"/>
            <ac:picMk id="5" creationId="{64154703-94FA-E59A-A728-4B56A9AE4522}"/>
          </ac:picMkLst>
        </pc:picChg>
      </pc:sldChg>
      <pc:sldChg chg="addSp delSp modSp mod">
        <pc:chgData name="Sahana .S.R" userId="1bcbc41ca8c497e7" providerId="LiveId" clId="{B5AC20FB-5B9E-4C6D-9E0E-5CC695488697}" dt="2026-01-08T21:10:38.397" v="629" actId="20577"/>
        <pc:sldMkLst>
          <pc:docMk/>
          <pc:sldMk cId="3211338675" sldId="259"/>
        </pc:sldMkLst>
        <pc:spChg chg="add del mod">
          <ac:chgData name="Sahana .S.R" userId="1bcbc41ca8c497e7" providerId="LiveId" clId="{B5AC20FB-5B9E-4C6D-9E0E-5CC695488697}" dt="2026-01-08T21:10:38.397" v="629" actId="20577"/>
          <ac:spMkLst>
            <pc:docMk/>
            <pc:sldMk cId="3211338675" sldId="259"/>
            <ac:spMk id="3" creationId="{1423F153-077F-04F0-A28C-F23611B2B6BD}"/>
          </ac:spMkLst>
        </pc:spChg>
        <pc:spChg chg="add del mod">
          <ac:chgData name="Sahana .S.R" userId="1bcbc41ca8c497e7" providerId="LiveId" clId="{B5AC20FB-5B9E-4C6D-9E0E-5CC695488697}" dt="2026-01-08T20:59:26.604" v="530" actId="478"/>
          <ac:spMkLst>
            <pc:docMk/>
            <pc:sldMk cId="3211338675" sldId="259"/>
            <ac:spMk id="5" creationId="{E8047797-624B-AA0A-6675-9E54D90E386D}"/>
          </ac:spMkLst>
        </pc:spChg>
        <pc:picChg chg="add del">
          <ac:chgData name="Sahana .S.R" userId="1bcbc41ca8c497e7" providerId="LiveId" clId="{B5AC20FB-5B9E-4C6D-9E0E-5CC695488697}" dt="2026-01-08T20:59:34.622" v="532" actId="22"/>
          <ac:picMkLst>
            <pc:docMk/>
            <pc:sldMk cId="3211338675" sldId="259"/>
            <ac:picMk id="7" creationId="{AC9DA9CC-8937-CBFB-7AD8-A69E17DD9E07}"/>
          </ac:picMkLst>
        </pc:picChg>
      </pc:sldChg>
      <pc:sldChg chg="modSp mod">
        <pc:chgData name="Sahana .S.R" userId="1bcbc41ca8c497e7" providerId="LiveId" clId="{B5AC20FB-5B9E-4C6D-9E0E-5CC695488697}" dt="2026-01-08T21:11:53.421" v="658" actId="1076"/>
        <pc:sldMkLst>
          <pc:docMk/>
          <pc:sldMk cId="1068395953" sldId="260"/>
        </pc:sldMkLst>
        <pc:spChg chg="mod">
          <ac:chgData name="Sahana .S.R" userId="1bcbc41ca8c497e7" providerId="LiveId" clId="{B5AC20FB-5B9E-4C6D-9E0E-5CC695488697}" dt="2026-01-08T21:11:15.609" v="653" actId="1076"/>
          <ac:spMkLst>
            <pc:docMk/>
            <pc:sldMk cId="1068395953" sldId="260"/>
            <ac:spMk id="2" creationId="{6D369E20-4873-858F-17DF-A83E892DD4FE}"/>
          </ac:spMkLst>
        </pc:spChg>
        <pc:spChg chg="mod">
          <ac:chgData name="Sahana .S.R" userId="1bcbc41ca8c497e7" providerId="LiveId" clId="{B5AC20FB-5B9E-4C6D-9E0E-5CC695488697}" dt="2026-01-08T21:11:53.421" v="658" actId="1076"/>
          <ac:spMkLst>
            <pc:docMk/>
            <pc:sldMk cId="1068395953" sldId="260"/>
            <ac:spMk id="3" creationId="{C1A4FB77-3F3D-D121-C0A2-BCFA73D423B0}"/>
          </ac:spMkLst>
        </pc:spChg>
      </pc:sldChg>
      <pc:sldChg chg="modSp mod">
        <pc:chgData name="Sahana .S.R" userId="1bcbc41ca8c497e7" providerId="LiveId" clId="{B5AC20FB-5B9E-4C6D-9E0E-5CC695488697}" dt="2026-01-08T21:14:39.138" v="686" actId="1076"/>
        <pc:sldMkLst>
          <pc:docMk/>
          <pc:sldMk cId="2166351464" sldId="261"/>
        </pc:sldMkLst>
        <pc:spChg chg="mod">
          <ac:chgData name="Sahana .S.R" userId="1bcbc41ca8c497e7" providerId="LiveId" clId="{B5AC20FB-5B9E-4C6D-9E0E-5CC695488697}" dt="2026-01-08T21:13:54.479" v="675" actId="20577"/>
          <ac:spMkLst>
            <pc:docMk/>
            <pc:sldMk cId="2166351464" sldId="261"/>
            <ac:spMk id="2" creationId="{2C903141-8151-31E7-EF18-7C59C0EBB193}"/>
          </ac:spMkLst>
        </pc:spChg>
        <pc:spChg chg="mod">
          <ac:chgData name="Sahana .S.R" userId="1bcbc41ca8c497e7" providerId="LiveId" clId="{B5AC20FB-5B9E-4C6D-9E0E-5CC695488697}" dt="2026-01-08T21:14:39.138" v="686" actId="1076"/>
          <ac:spMkLst>
            <pc:docMk/>
            <pc:sldMk cId="2166351464" sldId="261"/>
            <ac:spMk id="3" creationId="{D3BC4FA3-13D2-32FB-A4C1-C6F202D683A1}"/>
          </ac:spMkLst>
        </pc:spChg>
      </pc:sldChg>
      <pc:sldChg chg="delSp modSp mod">
        <pc:chgData name="Sahana .S.R" userId="1bcbc41ca8c497e7" providerId="LiveId" clId="{B5AC20FB-5B9E-4C6D-9E0E-5CC695488697}" dt="2026-01-08T21:12:35.026" v="662" actId="1076"/>
        <pc:sldMkLst>
          <pc:docMk/>
          <pc:sldMk cId="3127146678" sldId="262"/>
        </pc:sldMkLst>
        <pc:spChg chg="del">
          <ac:chgData name="Sahana .S.R" userId="1bcbc41ca8c497e7" providerId="LiveId" clId="{B5AC20FB-5B9E-4C6D-9E0E-5CC695488697}" dt="2026-01-08T21:12:25.515" v="661" actId="478"/>
          <ac:spMkLst>
            <pc:docMk/>
            <pc:sldMk cId="3127146678" sldId="262"/>
            <ac:spMk id="2" creationId="{324FF58D-C213-BE49-44E6-3304EC510C9C}"/>
          </ac:spMkLst>
        </pc:spChg>
        <pc:picChg chg="mod">
          <ac:chgData name="Sahana .S.R" userId="1bcbc41ca8c497e7" providerId="LiveId" clId="{B5AC20FB-5B9E-4C6D-9E0E-5CC695488697}" dt="2026-01-08T21:12:35.026" v="662" actId="1076"/>
          <ac:picMkLst>
            <pc:docMk/>
            <pc:sldMk cId="3127146678" sldId="262"/>
            <ac:picMk id="5" creationId="{0EAB4456-8D36-1405-14FA-9D4793A0B27D}"/>
          </ac:picMkLst>
        </pc:picChg>
      </pc:sldChg>
      <pc:sldChg chg="addSp delSp modSp mod">
        <pc:chgData name="Sahana .S.R" userId="1bcbc41ca8c497e7" providerId="LiveId" clId="{B5AC20FB-5B9E-4C6D-9E0E-5CC695488697}" dt="2026-01-08T21:46:47.143" v="1368" actId="113"/>
        <pc:sldMkLst>
          <pc:docMk/>
          <pc:sldMk cId="2498026037" sldId="263"/>
        </pc:sldMkLst>
        <pc:spChg chg="add">
          <ac:chgData name="Sahana .S.R" userId="1bcbc41ca8c497e7" providerId="LiveId" clId="{B5AC20FB-5B9E-4C6D-9E0E-5CC695488697}" dt="2026-01-08T21:39:52.977" v="1294"/>
          <ac:spMkLst>
            <pc:docMk/>
            <pc:sldMk cId="2498026037" sldId="263"/>
            <ac:spMk id="2" creationId="{1F6D996F-A1B7-0B76-4E94-978C78B322CF}"/>
          </ac:spMkLst>
        </pc:spChg>
        <pc:spChg chg="add del mod">
          <ac:chgData name="Sahana .S.R" userId="1bcbc41ca8c497e7" providerId="LiveId" clId="{B5AC20FB-5B9E-4C6D-9E0E-5CC695488697}" dt="2026-01-08T21:46:31.036" v="1365" actId="20577"/>
          <ac:spMkLst>
            <pc:docMk/>
            <pc:sldMk cId="2498026037" sldId="263"/>
            <ac:spMk id="3" creationId="{5C9C2E73-96D9-B89E-269E-A9DE7CB80775}"/>
          </ac:spMkLst>
        </pc:spChg>
        <pc:spChg chg="mod">
          <ac:chgData name="Sahana .S.R" userId="1bcbc41ca8c497e7" providerId="LiveId" clId="{B5AC20FB-5B9E-4C6D-9E0E-5CC695488697}" dt="2026-01-08T21:15:00.785" v="688" actId="1076"/>
          <ac:spMkLst>
            <pc:docMk/>
            <pc:sldMk cId="2498026037" sldId="263"/>
            <ac:spMk id="4" creationId="{B59E7536-C998-7623-4BD3-6F5C81BDBC34}"/>
          </ac:spMkLst>
        </pc:spChg>
        <pc:spChg chg="del mod">
          <ac:chgData name="Sahana .S.R" userId="1bcbc41ca8c497e7" providerId="LiveId" clId="{B5AC20FB-5B9E-4C6D-9E0E-5CC695488697}" dt="2026-01-08T21:40:01.688" v="1295" actId="478"/>
          <ac:spMkLst>
            <pc:docMk/>
            <pc:sldMk cId="2498026037" sldId="263"/>
            <ac:spMk id="5" creationId="{10BB5F7A-73AB-FA50-5F0D-A0FA8740AEF0}"/>
          </ac:spMkLst>
        </pc:spChg>
        <pc:spChg chg="add">
          <ac:chgData name="Sahana .S.R" userId="1bcbc41ca8c497e7" providerId="LiveId" clId="{B5AC20FB-5B9E-4C6D-9E0E-5CC695488697}" dt="2026-01-08T21:40:06.739" v="1297"/>
          <ac:spMkLst>
            <pc:docMk/>
            <pc:sldMk cId="2498026037" sldId="263"/>
            <ac:spMk id="6" creationId="{8A30BB34-AF68-9FC2-9D09-141260C77F1C}"/>
          </ac:spMkLst>
        </pc:spChg>
        <pc:spChg chg="add del mod">
          <ac:chgData name="Sahana .S.R" userId="1bcbc41ca8c497e7" providerId="LiveId" clId="{B5AC20FB-5B9E-4C6D-9E0E-5CC695488697}" dt="2026-01-08T21:40:34.692" v="1305" actId="767"/>
          <ac:spMkLst>
            <pc:docMk/>
            <pc:sldMk cId="2498026037" sldId="263"/>
            <ac:spMk id="7" creationId="{1A32865A-DE3F-A13D-0179-42E4AC79067E}"/>
          </ac:spMkLst>
        </pc:spChg>
        <pc:spChg chg="add del mod">
          <ac:chgData name="Sahana .S.R" userId="1bcbc41ca8c497e7" providerId="LiveId" clId="{B5AC20FB-5B9E-4C6D-9E0E-5CC695488697}" dt="2026-01-08T21:44:09.254" v="1332"/>
          <ac:spMkLst>
            <pc:docMk/>
            <pc:sldMk cId="2498026037" sldId="263"/>
            <ac:spMk id="8" creationId="{EE690314-0524-3A89-F52A-20B0F350CD75}"/>
          </ac:spMkLst>
        </pc:spChg>
        <pc:spChg chg="add mod">
          <ac:chgData name="Sahana .S.R" userId="1bcbc41ca8c497e7" providerId="LiveId" clId="{B5AC20FB-5B9E-4C6D-9E0E-5CC695488697}" dt="2026-01-08T21:46:47.143" v="1368" actId="113"/>
          <ac:spMkLst>
            <pc:docMk/>
            <pc:sldMk cId="2498026037" sldId="263"/>
            <ac:spMk id="9" creationId="{7F5CC03A-E39F-C190-25A1-D846A2D8572B}"/>
          </ac:spMkLst>
        </pc:spChg>
      </pc:sldChg>
      <pc:sldChg chg="del">
        <pc:chgData name="Sahana .S.R" userId="1bcbc41ca8c497e7" providerId="LiveId" clId="{B5AC20FB-5B9E-4C6D-9E0E-5CC695488697}" dt="2026-01-08T21:47:40.175" v="1369" actId="2696"/>
        <pc:sldMkLst>
          <pc:docMk/>
          <pc:sldMk cId="3782944730" sldId="264"/>
        </pc:sldMkLst>
      </pc:sldChg>
      <pc:sldChg chg="addSp delSp modSp mod">
        <pc:chgData name="Sahana .S.R" userId="1bcbc41ca8c497e7" providerId="LiveId" clId="{B5AC20FB-5B9E-4C6D-9E0E-5CC695488697}" dt="2026-01-08T21:16:15.378" v="700" actId="20577"/>
        <pc:sldMkLst>
          <pc:docMk/>
          <pc:sldMk cId="457006730" sldId="265"/>
        </pc:sldMkLst>
        <pc:spChg chg="del mod">
          <ac:chgData name="Sahana .S.R" userId="1bcbc41ca8c497e7" providerId="LiveId" clId="{B5AC20FB-5B9E-4C6D-9E0E-5CC695488697}" dt="2026-01-08T20:13:54.976" v="13" actId="478"/>
          <ac:spMkLst>
            <pc:docMk/>
            <pc:sldMk cId="457006730" sldId="265"/>
            <ac:spMk id="2" creationId="{7ADDAE41-AACD-98D1-1615-D21A0FADC8C5}"/>
          </ac:spMkLst>
        </pc:spChg>
        <pc:spChg chg="del mod">
          <ac:chgData name="Sahana .S.R" userId="1bcbc41ca8c497e7" providerId="LiveId" clId="{B5AC20FB-5B9E-4C6D-9E0E-5CC695488697}" dt="2026-01-08T20:20:08.357" v="59" actId="478"/>
          <ac:spMkLst>
            <pc:docMk/>
            <pc:sldMk cId="457006730" sldId="265"/>
            <ac:spMk id="3" creationId="{89FAA553-3BB3-7F0D-D9E0-D4E07EFB45A0}"/>
          </ac:spMkLst>
        </pc:spChg>
        <pc:spChg chg="add del mod">
          <ac:chgData name="Sahana .S.R" userId="1bcbc41ca8c497e7" providerId="LiveId" clId="{B5AC20FB-5B9E-4C6D-9E0E-5CC695488697}" dt="2026-01-08T20:13:58.056" v="14" actId="478"/>
          <ac:spMkLst>
            <pc:docMk/>
            <pc:sldMk cId="457006730" sldId="265"/>
            <ac:spMk id="8" creationId="{6219FD64-7C89-04AD-2839-573D8E30952A}"/>
          </ac:spMkLst>
        </pc:spChg>
        <pc:spChg chg="add mod">
          <ac:chgData name="Sahana .S.R" userId="1bcbc41ca8c497e7" providerId="LiveId" clId="{B5AC20FB-5B9E-4C6D-9E0E-5CC695488697}" dt="2026-01-08T20:15:22.187" v="26" actId="207"/>
          <ac:spMkLst>
            <pc:docMk/>
            <pc:sldMk cId="457006730" sldId="265"/>
            <ac:spMk id="9" creationId="{34DA278E-F61B-EE72-F023-1D8734283427}"/>
          </ac:spMkLst>
        </pc:spChg>
        <pc:spChg chg="add del mod">
          <ac:chgData name="Sahana .S.R" userId="1bcbc41ca8c497e7" providerId="LiveId" clId="{B5AC20FB-5B9E-4C6D-9E0E-5CC695488697}" dt="2026-01-08T20:14:46.767" v="23"/>
          <ac:spMkLst>
            <pc:docMk/>
            <pc:sldMk cId="457006730" sldId="265"/>
            <ac:spMk id="10" creationId="{4C9C51BD-37BF-0F9E-3252-C082A7A33F45}"/>
          </ac:spMkLst>
        </pc:spChg>
        <pc:spChg chg="add mod">
          <ac:chgData name="Sahana .S.R" userId="1bcbc41ca8c497e7" providerId="LiveId" clId="{B5AC20FB-5B9E-4C6D-9E0E-5CC695488697}" dt="2026-01-08T21:16:15.378" v="700" actId="20577"/>
          <ac:spMkLst>
            <pc:docMk/>
            <pc:sldMk cId="457006730" sldId="265"/>
            <ac:spMk id="11" creationId="{61F7C39E-ADFB-217F-31E7-955F55452271}"/>
          </ac:spMkLst>
        </pc:spChg>
        <pc:spChg chg="add mod">
          <ac:chgData name="Sahana .S.R" userId="1bcbc41ca8c497e7" providerId="LiveId" clId="{B5AC20FB-5B9E-4C6D-9E0E-5CC695488697}" dt="2026-01-08T20:20:59.546" v="67" actId="1076"/>
          <ac:spMkLst>
            <pc:docMk/>
            <pc:sldMk cId="457006730" sldId="265"/>
            <ac:spMk id="12" creationId="{E6E47085-A607-ECF2-42A3-A5B50F4418F2}"/>
          </ac:spMkLst>
        </pc:spChg>
        <pc:spChg chg="add del mod">
          <ac:chgData name="Sahana .S.R" userId="1bcbc41ca8c497e7" providerId="LiveId" clId="{B5AC20FB-5B9E-4C6D-9E0E-5CC695488697}" dt="2026-01-08T20:20:11.945" v="60" actId="478"/>
          <ac:spMkLst>
            <pc:docMk/>
            <pc:sldMk cId="457006730" sldId="265"/>
            <ac:spMk id="14" creationId="{2CCAAD3D-D676-A795-F333-2CC9284F576F}"/>
          </ac:spMkLst>
        </pc:spChg>
        <pc:spChg chg="add mod">
          <ac:chgData name="Sahana .S.R" userId="1bcbc41ca8c497e7" providerId="LiveId" clId="{B5AC20FB-5B9E-4C6D-9E0E-5CC695488697}" dt="2026-01-08T20:24:05.052" v="119" actId="1076"/>
          <ac:spMkLst>
            <pc:docMk/>
            <pc:sldMk cId="457006730" sldId="265"/>
            <ac:spMk id="15" creationId="{1B7E1106-AF18-439F-7A80-7E3421F5F44F}"/>
          </ac:spMkLst>
        </pc:spChg>
        <pc:picChg chg="mod">
          <ac:chgData name="Sahana .S.R" userId="1bcbc41ca8c497e7" providerId="LiveId" clId="{B5AC20FB-5B9E-4C6D-9E0E-5CC695488697}" dt="2026-01-08T20:14:50.818" v="24" actId="14100"/>
          <ac:picMkLst>
            <pc:docMk/>
            <pc:sldMk cId="457006730" sldId="265"/>
            <ac:picMk id="4" creationId="{1EC25AA2-7B5E-FD56-B72A-D2E937C3E9EB}"/>
          </ac:picMkLst>
        </pc:picChg>
        <pc:picChg chg="add">
          <ac:chgData name="Sahana .S.R" userId="1bcbc41ca8c497e7" providerId="LiveId" clId="{B5AC20FB-5B9E-4C6D-9E0E-5CC695488697}" dt="2026-01-08T20:12:09.165" v="2"/>
          <ac:picMkLst>
            <pc:docMk/>
            <pc:sldMk cId="457006730" sldId="265"/>
            <ac:picMk id="5" creationId="{9D865965-A6DA-E948-FF54-4390CE81F681}"/>
          </ac:picMkLst>
        </pc:picChg>
        <pc:picChg chg="add mod">
          <ac:chgData name="Sahana .S.R" userId="1bcbc41ca8c497e7" providerId="LiveId" clId="{B5AC20FB-5B9E-4C6D-9E0E-5CC695488697}" dt="2026-01-08T20:14:55.968" v="25" actId="14100"/>
          <ac:picMkLst>
            <pc:docMk/>
            <pc:sldMk cId="457006730" sldId="265"/>
            <ac:picMk id="6" creationId="{70ED7D3F-A53F-00AF-E057-F4C4895B0C7A}"/>
          </ac:picMkLst>
        </pc:picChg>
      </pc:sldChg>
      <pc:sldChg chg="modSp mod">
        <pc:chgData name="Sahana .S.R" userId="1bcbc41ca8c497e7" providerId="LiveId" clId="{B5AC20FB-5B9E-4C6D-9E0E-5CC695488697}" dt="2026-01-08T21:00:57.657" v="540" actId="255"/>
        <pc:sldMkLst>
          <pc:docMk/>
          <pc:sldMk cId="4061389141" sldId="266"/>
        </pc:sldMkLst>
        <pc:spChg chg="mod">
          <ac:chgData name="Sahana .S.R" userId="1bcbc41ca8c497e7" providerId="LiveId" clId="{B5AC20FB-5B9E-4C6D-9E0E-5CC695488697}" dt="2026-01-08T20:26:33.620" v="136" actId="1076"/>
          <ac:spMkLst>
            <pc:docMk/>
            <pc:sldMk cId="4061389141" sldId="266"/>
            <ac:spMk id="2" creationId="{7CC9215F-7537-DB71-8061-0A814AC7064B}"/>
          </ac:spMkLst>
        </pc:spChg>
        <pc:spChg chg="mod">
          <ac:chgData name="Sahana .S.R" userId="1bcbc41ca8c497e7" providerId="LiveId" clId="{B5AC20FB-5B9E-4C6D-9E0E-5CC695488697}" dt="2026-01-08T21:00:57.657" v="540" actId="255"/>
          <ac:spMkLst>
            <pc:docMk/>
            <pc:sldMk cId="4061389141" sldId="266"/>
            <ac:spMk id="3" creationId="{F860A1C7-2C8A-4FF4-504D-1D54F4FDD67C}"/>
          </ac:spMkLst>
        </pc:spChg>
      </pc:sldChg>
      <pc:sldChg chg="modSp mod">
        <pc:chgData name="Sahana .S.R" userId="1bcbc41ca8c497e7" providerId="LiveId" clId="{B5AC20FB-5B9E-4C6D-9E0E-5CC695488697}" dt="2026-01-08T21:00:48.835" v="539" actId="255"/>
        <pc:sldMkLst>
          <pc:docMk/>
          <pc:sldMk cId="737263252" sldId="267"/>
        </pc:sldMkLst>
        <pc:spChg chg="mod">
          <ac:chgData name="Sahana .S.R" userId="1bcbc41ca8c497e7" providerId="LiveId" clId="{B5AC20FB-5B9E-4C6D-9E0E-5CC695488697}" dt="2026-01-08T20:31:00.514" v="163" actId="1076"/>
          <ac:spMkLst>
            <pc:docMk/>
            <pc:sldMk cId="737263252" sldId="267"/>
            <ac:spMk id="2" creationId="{B87F33DE-801C-18D7-DD4C-AEFA3CC11D2E}"/>
          </ac:spMkLst>
        </pc:spChg>
        <pc:spChg chg="mod">
          <ac:chgData name="Sahana .S.R" userId="1bcbc41ca8c497e7" providerId="LiveId" clId="{B5AC20FB-5B9E-4C6D-9E0E-5CC695488697}" dt="2026-01-08T21:00:48.835" v="539" actId="255"/>
          <ac:spMkLst>
            <pc:docMk/>
            <pc:sldMk cId="737263252" sldId="267"/>
            <ac:spMk id="3" creationId="{E3E0C4F5-6FE0-4AC8-5B9C-45466C778258}"/>
          </ac:spMkLst>
        </pc:spChg>
      </pc:sldChg>
      <pc:sldChg chg="modSp mod">
        <pc:chgData name="Sahana .S.R" userId="1bcbc41ca8c497e7" providerId="LiveId" clId="{B5AC20FB-5B9E-4C6D-9E0E-5CC695488697}" dt="2026-01-08T21:01:05.324" v="541" actId="255"/>
        <pc:sldMkLst>
          <pc:docMk/>
          <pc:sldMk cId="441864502" sldId="268"/>
        </pc:sldMkLst>
        <pc:spChg chg="mod">
          <ac:chgData name="Sahana .S.R" userId="1bcbc41ca8c497e7" providerId="LiveId" clId="{B5AC20FB-5B9E-4C6D-9E0E-5CC695488697}" dt="2026-01-08T20:27:48.688" v="148" actId="1076"/>
          <ac:spMkLst>
            <pc:docMk/>
            <pc:sldMk cId="441864502" sldId="268"/>
            <ac:spMk id="2" creationId="{47370908-E3DA-9F0B-C2C4-B768C0FCCAEB}"/>
          </ac:spMkLst>
        </pc:spChg>
        <pc:spChg chg="mod">
          <ac:chgData name="Sahana .S.R" userId="1bcbc41ca8c497e7" providerId="LiveId" clId="{B5AC20FB-5B9E-4C6D-9E0E-5CC695488697}" dt="2026-01-08T21:01:05.324" v="541" actId="255"/>
          <ac:spMkLst>
            <pc:docMk/>
            <pc:sldMk cId="441864502" sldId="268"/>
            <ac:spMk id="3" creationId="{D37677A9-6107-1012-AACB-64955FA6099A}"/>
          </ac:spMkLst>
        </pc:spChg>
      </pc:sldChg>
      <pc:sldChg chg="modSp mod">
        <pc:chgData name="Sahana .S.R" userId="1bcbc41ca8c497e7" providerId="LiveId" clId="{B5AC20FB-5B9E-4C6D-9E0E-5CC695488697}" dt="2026-01-08T21:01:13.296" v="542" actId="255"/>
        <pc:sldMkLst>
          <pc:docMk/>
          <pc:sldMk cId="2945474152" sldId="269"/>
        </pc:sldMkLst>
        <pc:spChg chg="mod">
          <ac:chgData name="Sahana .S.R" userId="1bcbc41ca8c497e7" providerId="LiveId" clId="{B5AC20FB-5B9E-4C6D-9E0E-5CC695488697}" dt="2026-01-08T20:30:50.318" v="162" actId="1076"/>
          <ac:spMkLst>
            <pc:docMk/>
            <pc:sldMk cId="2945474152" sldId="269"/>
            <ac:spMk id="2" creationId="{3C8CC66B-71E6-73D1-3D7A-B84B9D822FAA}"/>
          </ac:spMkLst>
        </pc:spChg>
        <pc:spChg chg="mod">
          <ac:chgData name="Sahana .S.R" userId="1bcbc41ca8c497e7" providerId="LiveId" clId="{B5AC20FB-5B9E-4C6D-9E0E-5CC695488697}" dt="2026-01-08T21:01:13.296" v="542" actId="255"/>
          <ac:spMkLst>
            <pc:docMk/>
            <pc:sldMk cId="2945474152" sldId="269"/>
            <ac:spMk id="3" creationId="{598DB65A-9D6B-DC36-87B0-A3D35DFCBF7E}"/>
          </ac:spMkLst>
        </pc:spChg>
      </pc:sldChg>
      <pc:sldChg chg="addSp delSp modSp mod">
        <pc:chgData name="Sahana .S.R" userId="1bcbc41ca8c497e7" providerId="LiveId" clId="{B5AC20FB-5B9E-4C6D-9E0E-5CC695488697}" dt="2026-01-08T21:01:58.521" v="548" actId="255"/>
        <pc:sldMkLst>
          <pc:docMk/>
          <pc:sldMk cId="1090029717" sldId="270"/>
        </pc:sldMkLst>
        <pc:spChg chg="mod">
          <ac:chgData name="Sahana .S.R" userId="1bcbc41ca8c497e7" providerId="LiveId" clId="{B5AC20FB-5B9E-4C6D-9E0E-5CC695488697}" dt="2026-01-08T20:31:29.092" v="165" actId="1076"/>
          <ac:spMkLst>
            <pc:docMk/>
            <pc:sldMk cId="1090029717" sldId="270"/>
            <ac:spMk id="2" creationId="{1317343F-7F44-52E9-91CD-C2D27E564613}"/>
          </ac:spMkLst>
        </pc:spChg>
        <pc:spChg chg="add del mod">
          <ac:chgData name="Sahana .S.R" userId="1bcbc41ca8c497e7" providerId="LiveId" clId="{B5AC20FB-5B9E-4C6D-9E0E-5CC695488697}" dt="2026-01-08T20:33:25.877" v="182" actId="478"/>
          <ac:spMkLst>
            <pc:docMk/>
            <pc:sldMk cId="1090029717" sldId="270"/>
            <ac:spMk id="3" creationId="{E5EDD8BF-68BD-4578-7C40-AC19F758A0BE}"/>
          </ac:spMkLst>
        </pc:spChg>
        <pc:spChg chg="add del mod">
          <ac:chgData name="Sahana .S.R" userId="1bcbc41ca8c497e7" providerId="LiveId" clId="{B5AC20FB-5B9E-4C6D-9E0E-5CC695488697}" dt="2026-01-08T20:33:18.291" v="181" actId="478"/>
          <ac:spMkLst>
            <pc:docMk/>
            <pc:sldMk cId="1090029717" sldId="270"/>
            <ac:spMk id="5" creationId="{29A00D52-0653-28FA-384B-459E32C80F66}"/>
          </ac:spMkLst>
        </pc:spChg>
        <pc:spChg chg="add mod">
          <ac:chgData name="Sahana .S.R" userId="1bcbc41ca8c497e7" providerId="LiveId" clId="{B5AC20FB-5B9E-4C6D-9E0E-5CC695488697}" dt="2026-01-08T20:33:17.470" v="179" actId="767"/>
          <ac:spMkLst>
            <pc:docMk/>
            <pc:sldMk cId="1090029717" sldId="270"/>
            <ac:spMk id="6" creationId="{03B0CA94-95BA-77D6-19EA-AAE788824EA8}"/>
          </ac:spMkLst>
        </pc:spChg>
        <pc:spChg chg="add del mod">
          <ac:chgData name="Sahana .S.R" userId="1bcbc41ca8c497e7" providerId="LiveId" clId="{B5AC20FB-5B9E-4C6D-9E0E-5CC695488697}" dt="2026-01-08T20:33:27.527" v="183" actId="478"/>
          <ac:spMkLst>
            <pc:docMk/>
            <pc:sldMk cId="1090029717" sldId="270"/>
            <ac:spMk id="8" creationId="{97E3DCCB-9CF9-60F7-CD8C-54C43F3F20B7}"/>
          </ac:spMkLst>
        </pc:spChg>
        <pc:spChg chg="add mod">
          <ac:chgData name="Sahana .S.R" userId="1bcbc41ca8c497e7" providerId="LiveId" clId="{B5AC20FB-5B9E-4C6D-9E0E-5CC695488697}" dt="2026-01-08T21:01:58.521" v="548" actId="255"/>
          <ac:spMkLst>
            <pc:docMk/>
            <pc:sldMk cId="1090029717" sldId="270"/>
            <ac:spMk id="9" creationId="{2E76F1D3-ED42-2A20-BFBD-695C8B4A900D}"/>
          </ac:spMkLst>
        </pc:spChg>
      </pc:sldChg>
      <pc:sldChg chg="addSp delSp modSp mod">
        <pc:chgData name="Sahana .S.R" userId="1bcbc41ca8c497e7" providerId="LiveId" clId="{B5AC20FB-5B9E-4C6D-9E0E-5CC695488697}" dt="2026-01-08T21:02:07.132" v="549" actId="255"/>
        <pc:sldMkLst>
          <pc:docMk/>
          <pc:sldMk cId="2748622592" sldId="271"/>
        </pc:sldMkLst>
        <pc:spChg chg="del mod">
          <ac:chgData name="Sahana .S.R" userId="1bcbc41ca8c497e7" providerId="LiveId" clId="{B5AC20FB-5B9E-4C6D-9E0E-5CC695488697}" dt="2026-01-08T20:35:04.108" v="195" actId="478"/>
          <ac:spMkLst>
            <pc:docMk/>
            <pc:sldMk cId="2748622592" sldId="271"/>
            <ac:spMk id="3" creationId="{7B818C5E-9FBF-3068-353A-6EF0240CE258}"/>
          </ac:spMkLst>
        </pc:spChg>
        <pc:spChg chg="add del mod">
          <ac:chgData name="Sahana .S.R" userId="1bcbc41ca8c497e7" providerId="LiveId" clId="{B5AC20FB-5B9E-4C6D-9E0E-5CC695488697}" dt="2026-01-08T20:35:05.822" v="196" actId="478"/>
          <ac:spMkLst>
            <pc:docMk/>
            <pc:sldMk cId="2748622592" sldId="271"/>
            <ac:spMk id="5" creationId="{53ABE161-2769-1243-9DD2-FDB2ACCA4141}"/>
          </ac:spMkLst>
        </pc:spChg>
        <pc:spChg chg="add mod">
          <ac:chgData name="Sahana .S.R" userId="1bcbc41ca8c497e7" providerId="LiveId" clId="{B5AC20FB-5B9E-4C6D-9E0E-5CC695488697}" dt="2026-01-08T21:02:07.132" v="549" actId="255"/>
          <ac:spMkLst>
            <pc:docMk/>
            <pc:sldMk cId="2748622592" sldId="271"/>
            <ac:spMk id="6" creationId="{AB352CEF-275D-B0BC-9773-F44EE509CDA5}"/>
          </ac:spMkLst>
        </pc:spChg>
      </pc:sldChg>
      <pc:sldChg chg="addSp delSp modSp mod">
        <pc:chgData name="Sahana .S.R" userId="1bcbc41ca8c497e7" providerId="LiveId" clId="{B5AC20FB-5B9E-4C6D-9E0E-5CC695488697}" dt="2026-01-08T21:48:26.102" v="1370" actId="1076"/>
        <pc:sldMkLst>
          <pc:docMk/>
          <pc:sldMk cId="4009987893" sldId="272"/>
        </pc:sldMkLst>
        <pc:spChg chg="mod">
          <ac:chgData name="Sahana .S.R" userId="1bcbc41ca8c497e7" providerId="LiveId" clId="{B5AC20FB-5B9E-4C6D-9E0E-5CC695488697}" dt="2026-01-08T20:36:26.919" v="219" actId="1076"/>
          <ac:spMkLst>
            <pc:docMk/>
            <pc:sldMk cId="4009987893" sldId="272"/>
            <ac:spMk id="2" creationId="{FEDD5FEB-07ED-BF85-AE72-60F10C325027}"/>
          </ac:spMkLst>
        </pc:spChg>
        <pc:spChg chg="mod">
          <ac:chgData name="Sahana .S.R" userId="1bcbc41ca8c497e7" providerId="LiveId" clId="{B5AC20FB-5B9E-4C6D-9E0E-5CC695488697}" dt="2026-01-08T21:48:26.102" v="1370" actId="1076"/>
          <ac:spMkLst>
            <pc:docMk/>
            <pc:sldMk cId="4009987893" sldId="272"/>
            <ac:spMk id="3" creationId="{FB020A19-A3A4-E137-50A7-A087E7EEFE0A}"/>
          </ac:spMkLst>
        </pc:spChg>
        <pc:picChg chg="del">
          <ac:chgData name="Sahana .S.R" userId="1bcbc41ca8c497e7" providerId="LiveId" clId="{B5AC20FB-5B9E-4C6D-9E0E-5CC695488697}" dt="2026-01-08T20:36:50.140" v="221" actId="478"/>
          <ac:picMkLst>
            <pc:docMk/>
            <pc:sldMk cId="4009987893" sldId="272"/>
            <ac:picMk id="4" creationId="{89FAAA14-B584-B703-4FA6-6C3D43500D37}"/>
          </ac:picMkLst>
        </pc:picChg>
        <pc:picChg chg="add del">
          <ac:chgData name="Sahana .S.R" userId="1bcbc41ca8c497e7" providerId="LiveId" clId="{B5AC20FB-5B9E-4C6D-9E0E-5CC695488697}" dt="2026-01-08T21:03:14.453" v="555" actId="478"/>
          <ac:picMkLst>
            <pc:docMk/>
            <pc:sldMk cId="4009987893" sldId="272"/>
            <ac:picMk id="5" creationId="{BF5DA316-84E6-5543-99F5-7BBAA98CC654}"/>
          </ac:picMkLst>
        </pc:picChg>
        <pc:picChg chg="add del mod">
          <ac:chgData name="Sahana .S.R" userId="1bcbc41ca8c497e7" providerId="LiveId" clId="{B5AC20FB-5B9E-4C6D-9E0E-5CC695488697}" dt="2026-01-08T21:07:18.696" v="599" actId="21"/>
          <ac:picMkLst>
            <pc:docMk/>
            <pc:sldMk cId="4009987893" sldId="272"/>
            <ac:picMk id="6" creationId="{907C4814-89F9-14E3-08A7-70B61A63EBEC}"/>
          </ac:picMkLst>
        </pc:picChg>
        <pc:picChg chg="add mod">
          <ac:chgData name="Sahana .S.R" userId="1bcbc41ca8c497e7" providerId="LiveId" clId="{B5AC20FB-5B9E-4C6D-9E0E-5CC695488697}" dt="2026-01-08T21:07:58.922" v="606" actId="1076"/>
          <ac:picMkLst>
            <pc:docMk/>
            <pc:sldMk cId="4009987893" sldId="272"/>
            <ac:picMk id="7" creationId="{31FE50B3-A736-631C-1A43-74C62DE2D17A}"/>
          </ac:picMkLst>
        </pc:picChg>
      </pc:sldChg>
      <pc:sldChg chg="addSp delSp modSp mod">
        <pc:chgData name="Sahana .S.R" userId="1bcbc41ca8c497e7" providerId="LiveId" clId="{B5AC20FB-5B9E-4C6D-9E0E-5CC695488697}" dt="2026-01-08T21:35:50.219" v="1287" actId="1076"/>
        <pc:sldMkLst>
          <pc:docMk/>
          <pc:sldMk cId="1200682818" sldId="273"/>
        </pc:sldMkLst>
        <pc:spChg chg="mod">
          <ac:chgData name="Sahana .S.R" userId="1bcbc41ca8c497e7" providerId="LiveId" clId="{B5AC20FB-5B9E-4C6D-9E0E-5CC695488697}" dt="2026-01-08T21:15:24.518" v="691" actId="255"/>
          <ac:spMkLst>
            <pc:docMk/>
            <pc:sldMk cId="1200682818" sldId="273"/>
            <ac:spMk id="2" creationId="{B1F1A512-7248-5100-E418-638C8305CFFD}"/>
          </ac:spMkLst>
        </pc:spChg>
        <pc:spChg chg="del mod">
          <ac:chgData name="Sahana .S.R" userId="1bcbc41ca8c497e7" providerId="LiveId" clId="{B5AC20FB-5B9E-4C6D-9E0E-5CC695488697}" dt="2026-01-08T21:15:36.988" v="694" actId="478"/>
          <ac:spMkLst>
            <pc:docMk/>
            <pc:sldMk cId="1200682818" sldId="273"/>
            <ac:spMk id="3" creationId="{8787C000-7BE8-1C98-6573-9A9666E0F935}"/>
          </ac:spMkLst>
        </pc:spChg>
        <pc:spChg chg="add del mod">
          <ac:chgData name="Sahana .S.R" userId="1bcbc41ca8c497e7" providerId="LiveId" clId="{B5AC20FB-5B9E-4C6D-9E0E-5CC695488697}" dt="2026-01-08T21:33:27.340" v="1265"/>
          <ac:spMkLst>
            <pc:docMk/>
            <pc:sldMk cId="1200682818" sldId="273"/>
            <ac:spMk id="4" creationId="{EA046AB7-7BBD-7B97-AC5C-FE996280E515}"/>
          </ac:spMkLst>
        </pc:spChg>
        <pc:spChg chg="add mod">
          <ac:chgData name="Sahana .S.R" userId="1bcbc41ca8c497e7" providerId="LiveId" clId="{B5AC20FB-5B9E-4C6D-9E0E-5CC695488697}" dt="2026-01-08T21:35:50.219" v="1287" actId="1076"/>
          <ac:spMkLst>
            <pc:docMk/>
            <pc:sldMk cId="1200682818" sldId="273"/>
            <ac:spMk id="5" creationId="{1E6D261F-3D4A-C012-7F9A-BBE323A3D767}"/>
          </ac:spMkLst>
        </pc:spChg>
      </pc:sldChg>
      <pc:sldChg chg="addSp delSp modSp new del mod">
        <pc:chgData name="Sahana .S.R" userId="1bcbc41ca8c497e7" providerId="LiveId" clId="{B5AC20FB-5B9E-4C6D-9E0E-5CC695488697}" dt="2026-01-08T21:03:01.441" v="553" actId="2696"/>
        <pc:sldMkLst>
          <pc:docMk/>
          <pc:sldMk cId="2995797232" sldId="274"/>
        </pc:sldMkLst>
        <pc:spChg chg="del">
          <ac:chgData name="Sahana .S.R" userId="1bcbc41ca8c497e7" providerId="LiveId" clId="{B5AC20FB-5B9E-4C6D-9E0E-5CC695488697}" dt="2026-01-08T20:37:41.297" v="226" actId="478"/>
          <ac:spMkLst>
            <pc:docMk/>
            <pc:sldMk cId="2995797232" sldId="274"/>
            <ac:spMk id="2" creationId="{52C41D94-E848-679D-71FD-35F9E083DCD4}"/>
          </ac:spMkLst>
        </pc:spChg>
        <pc:spChg chg="del">
          <ac:chgData name="Sahana .S.R" userId="1bcbc41ca8c497e7" providerId="LiveId" clId="{B5AC20FB-5B9E-4C6D-9E0E-5CC695488697}" dt="2026-01-08T20:37:37.794" v="225" actId="478"/>
          <ac:spMkLst>
            <pc:docMk/>
            <pc:sldMk cId="2995797232" sldId="274"/>
            <ac:spMk id="3" creationId="{9161BE47-78BB-DA2C-0098-5D6E519D43CB}"/>
          </ac:spMkLst>
        </pc:spChg>
        <pc:picChg chg="add mod">
          <ac:chgData name="Sahana .S.R" userId="1bcbc41ca8c497e7" providerId="LiveId" clId="{B5AC20FB-5B9E-4C6D-9E0E-5CC695488697}" dt="2026-01-08T20:38:05.107" v="232" actId="1076"/>
          <ac:picMkLst>
            <pc:docMk/>
            <pc:sldMk cId="2995797232" sldId="274"/>
            <ac:picMk id="4" creationId="{46218AA1-089B-EA79-CA55-8AC62E0AC735}"/>
          </ac:picMkLst>
        </pc:picChg>
      </pc:sldChg>
      <pc:sldChg chg="addSp delSp modSp new mod">
        <pc:chgData name="Sahana .S.R" userId="1bcbc41ca8c497e7" providerId="LiveId" clId="{B5AC20FB-5B9E-4C6D-9E0E-5CC695488697}" dt="2026-01-08T21:06:02.090" v="592" actId="1076"/>
        <pc:sldMkLst>
          <pc:docMk/>
          <pc:sldMk cId="1855002071" sldId="275"/>
        </pc:sldMkLst>
        <pc:spChg chg="del">
          <ac:chgData name="Sahana .S.R" userId="1bcbc41ca8c497e7" providerId="LiveId" clId="{B5AC20FB-5B9E-4C6D-9E0E-5CC695488697}" dt="2026-01-08T20:46:18.409" v="377" actId="478"/>
          <ac:spMkLst>
            <pc:docMk/>
            <pc:sldMk cId="1855002071" sldId="275"/>
            <ac:spMk id="2" creationId="{48B665EC-F99E-5086-90E8-ACD628335CCF}"/>
          </ac:spMkLst>
        </pc:spChg>
        <pc:spChg chg="del">
          <ac:chgData name="Sahana .S.R" userId="1bcbc41ca8c497e7" providerId="LiveId" clId="{B5AC20FB-5B9E-4C6D-9E0E-5CC695488697}" dt="2026-01-08T20:46:21.067" v="378" actId="478"/>
          <ac:spMkLst>
            <pc:docMk/>
            <pc:sldMk cId="1855002071" sldId="275"/>
            <ac:spMk id="3" creationId="{B3CC15AA-22B6-174E-6905-2DF3C9434F28}"/>
          </ac:spMkLst>
        </pc:spChg>
        <pc:spChg chg="add mod">
          <ac:chgData name="Sahana .S.R" userId="1bcbc41ca8c497e7" providerId="LiveId" clId="{B5AC20FB-5B9E-4C6D-9E0E-5CC695488697}" dt="2026-01-08T21:06:02.090" v="592" actId="1076"/>
          <ac:spMkLst>
            <pc:docMk/>
            <pc:sldMk cId="1855002071" sldId="275"/>
            <ac:spMk id="4" creationId="{F4DFB0A7-7741-7066-79E6-C70D46E09646}"/>
          </ac:spMkLst>
        </pc:spChg>
      </pc:sldChg>
      <pc:sldChg chg="addSp delSp modSp new mod">
        <pc:chgData name="Sahana .S.R" userId="1bcbc41ca8c497e7" providerId="LiveId" clId="{B5AC20FB-5B9E-4C6D-9E0E-5CC695488697}" dt="2026-01-08T21:29:46.858" v="1242" actId="20577"/>
        <pc:sldMkLst>
          <pc:docMk/>
          <pc:sldMk cId="806670658" sldId="276"/>
        </pc:sldMkLst>
        <pc:spChg chg="del">
          <ac:chgData name="Sahana .S.R" userId="1bcbc41ca8c497e7" providerId="LiveId" clId="{B5AC20FB-5B9E-4C6D-9E0E-5CC695488697}" dt="2026-01-08T21:16:45.546" v="702" actId="478"/>
          <ac:spMkLst>
            <pc:docMk/>
            <pc:sldMk cId="806670658" sldId="276"/>
            <ac:spMk id="2" creationId="{1EBD5C5E-71D2-2A23-3FB8-C4FFF0365C43}"/>
          </ac:spMkLst>
        </pc:spChg>
        <pc:spChg chg="del">
          <ac:chgData name="Sahana .S.R" userId="1bcbc41ca8c497e7" providerId="LiveId" clId="{B5AC20FB-5B9E-4C6D-9E0E-5CC695488697}" dt="2026-01-08T21:16:48.555" v="703" actId="478"/>
          <ac:spMkLst>
            <pc:docMk/>
            <pc:sldMk cId="806670658" sldId="276"/>
            <ac:spMk id="3" creationId="{5367B369-E458-873E-1B52-8D916B2002B8}"/>
          </ac:spMkLst>
        </pc:spChg>
        <pc:spChg chg="add mod">
          <ac:chgData name="Sahana .S.R" userId="1bcbc41ca8c497e7" providerId="LiveId" clId="{B5AC20FB-5B9E-4C6D-9E0E-5CC695488697}" dt="2026-01-08T21:18:57.562" v="739" actId="1076"/>
          <ac:spMkLst>
            <pc:docMk/>
            <pc:sldMk cId="806670658" sldId="276"/>
            <ac:spMk id="4" creationId="{C511846C-50C9-3E7B-19D0-96433126E930}"/>
          </ac:spMkLst>
        </pc:spChg>
        <pc:spChg chg="add del mod">
          <ac:chgData name="Sahana .S.R" userId="1bcbc41ca8c497e7" providerId="LiveId" clId="{B5AC20FB-5B9E-4C6D-9E0E-5CC695488697}" dt="2026-01-08T21:19:19.313" v="744"/>
          <ac:spMkLst>
            <pc:docMk/>
            <pc:sldMk cId="806670658" sldId="276"/>
            <ac:spMk id="5" creationId="{4787B8E9-9CAB-18E1-B9FA-34F80F7370F9}"/>
          </ac:spMkLst>
        </pc:spChg>
        <pc:spChg chg="add mod">
          <ac:chgData name="Sahana .S.R" userId="1bcbc41ca8c497e7" providerId="LiveId" clId="{B5AC20FB-5B9E-4C6D-9E0E-5CC695488697}" dt="2026-01-08T21:29:46.858" v="1242" actId="20577"/>
          <ac:spMkLst>
            <pc:docMk/>
            <pc:sldMk cId="806670658" sldId="276"/>
            <ac:spMk id="6" creationId="{0404492C-F92C-3777-1928-A9E2575E19D4}"/>
          </ac:spMkLst>
        </pc:spChg>
      </pc:sldChg>
      <pc:sldChg chg="addSp delSp modSp new del mod">
        <pc:chgData name="Sahana .S.R" userId="1bcbc41ca8c497e7" providerId="LiveId" clId="{B5AC20FB-5B9E-4C6D-9E0E-5CC695488697}" dt="2026-01-08T21:08:18.215" v="607" actId="2696"/>
        <pc:sldMkLst>
          <pc:docMk/>
          <pc:sldMk cId="3003636575" sldId="276"/>
        </pc:sldMkLst>
        <pc:spChg chg="del">
          <ac:chgData name="Sahana .S.R" userId="1bcbc41ca8c497e7" providerId="LiveId" clId="{B5AC20FB-5B9E-4C6D-9E0E-5CC695488697}" dt="2026-01-08T21:00:23.051" v="535" actId="478"/>
          <ac:spMkLst>
            <pc:docMk/>
            <pc:sldMk cId="3003636575" sldId="276"/>
            <ac:spMk id="2" creationId="{E60AEB50-4E87-D3EF-885B-80AEA9BC2E3E}"/>
          </ac:spMkLst>
        </pc:spChg>
        <pc:spChg chg="del">
          <ac:chgData name="Sahana .S.R" userId="1bcbc41ca8c497e7" providerId="LiveId" clId="{B5AC20FB-5B9E-4C6D-9E0E-5CC695488697}" dt="2026-01-08T21:00:25.514" v="536" actId="478"/>
          <ac:spMkLst>
            <pc:docMk/>
            <pc:sldMk cId="3003636575" sldId="276"/>
            <ac:spMk id="3" creationId="{FE389596-29DB-C020-1626-05FD30FDAD79}"/>
          </ac:spMkLst>
        </pc:spChg>
        <pc:picChg chg="add mod">
          <ac:chgData name="Sahana .S.R" userId="1bcbc41ca8c497e7" providerId="LiveId" clId="{B5AC20FB-5B9E-4C6D-9E0E-5CC695488697}" dt="2026-01-08T21:00:35.127" v="538" actId="1076"/>
          <ac:picMkLst>
            <pc:docMk/>
            <pc:sldMk cId="3003636575" sldId="276"/>
            <ac:picMk id="4" creationId="{058BC1A5-6486-FA40-3EDE-79751AB014D3}"/>
          </ac:picMkLst>
        </pc:picChg>
      </pc:sldChg>
      <pc:sldChg chg="addSp delSp modSp new mod">
        <pc:chgData name="Sahana .S.R" userId="1bcbc41ca8c497e7" providerId="LiveId" clId="{B5AC20FB-5B9E-4C6D-9E0E-5CC695488697}" dt="2026-01-08T21:31:44.775" v="1261" actId="20577"/>
        <pc:sldMkLst>
          <pc:docMk/>
          <pc:sldMk cId="954067679" sldId="277"/>
        </pc:sldMkLst>
        <pc:spChg chg="del">
          <ac:chgData name="Sahana .S.R" userId="1bcbc41ca8c497e7" providerId="LiveId" clId="{B5AC20FB-5B9E-4C6D-9E0E-5CC695488697}" dt="2026-01-08T21:30:31.927" v="1244" actId="478"/>
          <ac:spMkLst>
            <pc:docMk/>
            <pc:sldMk cId="954067679" sldId="277"/>
            <ac:spMk id="2" creationId="{ADB5016A-8B2A-9D03-1769-9F3267163DE4}"/>
          </ac:spMkLst>
        </pc:spChg>
        <pc:spChg chg="del">
          <ac:chgData name="Sahana .S.R" userId="1bcbc41ca8c497e7" providerId="LiveId" clId="{B5AC20FB-5B9E-4C6D-9E0E-5CC695488697}" dt="2026-01-08T21:30:34.462" v="1245" actId="478"/>
          <ac:spMkLst>
            <pc:docMk/>
            <pc:sldMk cId="954067679" sldId="277"/>
            <ac:spMk id="3" creationId="{2C9BD09C-DEC0-EB68-955A-6BE65E396805}"/>
          </ac:spMkLst>
        </pc:spChg>
        <pc:spChg chg="add mod">
          <ac:chgData name="Sahana .S.R" userId="1bcbc41ca8c497e7" providerId="LiveId" clId="{B5AC20FB-5B9E-4C6D-9E0E-5CC695488697}" dt="2026-01-08T21:31:44.775" v="1261" actId="20577"/>
          <ac:spMkLst>
            <pc:docMk/>
            <pc:sldMk cId="954067679" sldId="277"/>
            <ac:spMk id="4" creationId="{9B213271-E002-4ED6-0826-178EBE9F78A9}"/>
          </ac:spMkLst>
        </pc:spChg>
      </pc:sldChg>
      <pc:sldChg chg="addSp delSp modSp new mod">
        <pc:chgData name="Sahana .S.R" userId="1bcbc41ca8c497e7" providerId="LiveId" clId="{B5AC20FB-5B9E-4C6D-9E0E-5CC695488697}" dt="2026-01-08T21:36:30.357" v="1292" actId="14100"/>
        <pc:sldMkLst>
          <pc:docMk/>
          <pc:sldMk cId="2412749761" sldId="278"/>
        </pc:sldMkLst>
        <pc:spChg chg="del">
          <ac:chgData name="Sahana .S.R" userId="1bcbc41ca8c497e7" providerId="LiveId" clId="{B5AC20FB-5B9E-4C6D-9E0E-5CC695488697}" dt="2026-01-08T21:33:30.380" v="1266" actId="478"/>
          <ac:spMkLst>
            <pc:docMk/>
            <pc:sldMk cId="2412749761" sldId="278"/>
            <ac:spMk id="2" creationId="{EA03F981-3C45-B924-9DC6-3558CF509CC5}"/>
          </ac:spMkLst>
        </pc:spChg>
        <pc:spChg chg="del">
          <ac:chgData name="Sahana .S.R" userId="1bcbc41ca8c497e7" providerId="LiveId" clId="{B5AC20FB-5B9E-4C6D-9E0E-5CC695488697}" dt="2026-01-08T21:33:33.465" v="1267" actId="478"/>
          <ac:spMkLst>
            <pc:docMk/>
            <pc:sldMk cId="2412749761" sldId="278"/>
            <ac:spMk id="3" creationId="{AD38F0CA-E29E-F8B9-5D20-47FACBFA515D}"/>
          </ac:spMkLst>
        </pc:spChg>
        <pc:spChg chg="add mod">
          <ac:chgData name="Sahana .S.R" userId="1bcbc41ca8c497e7" providerId="LiveId" clId="{B5AC20FB-5B9E-4C6D-9E0E-5CC695488697}" dt="2026-01-08T21:36:30.357" v="1292" actId="14100"/>
          <ac:spMkLst>
            <pc:docMk/>
            <pc:sldMk cId="2412749761" sldId="278"/>
            <ac:spMk id="4" creationId="{7D0ACF64-E01F-BCF7-1A1A-09FD47278B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2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4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6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6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4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3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0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56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5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551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5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4400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421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93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3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6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25AA2-7B5E-FD56-B72A-D2E937C3E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51113" cy="1155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ED7D3F-A53F-00AF-E057-F4C4895B0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374" y="-1"/>
            <a:ext cx="1149626" cy="11844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DA278E-F61B-EE72-F023-1D8734283427}"/>
              </a:ext>
            </a:extLst>
          </p:cNvPr>
          <p:cNvSpPr txBox="1"/>
          <p:nvPr/>
        </p:nvSpPr>
        <p:spPr>
          <a:xfrm>
            <a:off x="2127236" y="260483"/>
            <a:ext cx="7937527" cy="1353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ctr">
              <a:lnSpc>
                <a:spcPct val="115599"/>
              </a:lnSpc>
              <a:spcBef>
                <a:spcPts val="90"/>
              </a:spcBef>
            </a:pPr>
            <a:r>
              <a:rPr lang="en-IN" dirty="0">
                <a:latin typeface="Times New Roman"/>
                <a:cs typeface="Times New Roman"/>
              </a:rPr>
              <a:t>MAHARAJA</a:t>
            </a:r>
            <a:r>
              <a:rPr lang="en-IN" spc="-14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INSTITUTE</a:t>
            </a:r>
            <a:r>
              <a:rPr lang="en-IN" spc="3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OF</a:t>
            </a:r>
            <a:r>
              <a:rPr lang="en-IN" spc="-3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TECHNOLOGY</a:t>
            </a:r>
            <a:r>
              <a:rPr lang="en-IN" spc="-8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MYSORE</a:t>
            </a:r>
            <a:r>
              <a:rPr lang="en-IN" spc="25" dirty="0">
                <a:latin typeface="Times New Roman"/>
                <a:cs typeface="Times New Roman"/>
              </a:rPr>
              <a:t> </a:t>
            </a:r>
            <a:r>
              <a:rPr lang="en-IN" spc="-35" dirty="0">
                <a:latin typeface="Times New Roman"/>
                <a:cs typeface="Times New Roman"/>
              </a:rPr>
              <a:t>BELAWADI,</a:t>
            </a:r>
            <a:r>
              <a:rPr lang="en-IN" spc="25" dirty="0">
                <a:latin typeface="Times New Roman"/>
                <a:cs typeface="Times New Roman"/>
              </a:rPr>
              <a:t> </a:t>
            </a:r>
            <a:r>
              <a:rPr lang="en-IN" spc="-35" dirty="0">
                <a:latin typeface="Times New Roman"/>
                <a:cs typeface="Times New Roman"/>
              </a:rPr>
              <a:t>NAGUVANAHALLY</a:t>
            </a:r>
            <a:r>
              <a:rPr lang="en-IN" spc="-85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Times New Roman"/>
                <a:cs typeface="Times New Roman"/>
              </a:rPr>
              <a:t>POST,</a:t>
            </a:r>
            <a:r>
              <a:rPr lang="en-IN" spc="30" dirty="0">
                <a:latin typeface="Times New Roman"/>
                <a:cs typeface="Times New Roman"/>
              </a:rPr>
              <a:t> </a:t>
            </a:r>
            <a:r>
              <a:rPr lang="en-IN" spc="-20" dirty="0">
                <a:latin typeface="Times New Roman"/>
                <a:cs typeface="Times New Roman"/>
              </a:rPr>
              <a:t>S.R. </a:t>
            </a:r>
            <a:r>
              <a:rPr lang="en-IN" spc="-105" dirty="0">
                <a:latin typeface="Times New Roman"/>
                <a:cs typeface="Times New Roman"/>
              </a:rPr>
              <a:t>PATNA</a:t>
            </a:r>
            <a:r>
              <a:rPr lang="en-IN" spc="-19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TALUK,</a:t>
            </a:r>
            <a:r>
              <a:rPr lang="en-IN" spc="-105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Times New Roman"/>
                <a:cs typeface="Times New Roman"/>
              </a:rPr>
              <a:t>MANDYA</a:t>
            </a:r>
            <a:endParaRPr lang="en-IN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lang="en-IN" spc="-30" dirty="0">
                <a:latin typeface="Times New Roman"/>
                <a:cs typeface="Times New Roman"/>
              </a:rPr>
              <a:t>DISTRICT-</a:t>
            </a:r>
            <a:r>
              <a:rPr lang="en-IN" spc="-10" dirty="0">
                <a:latin typeface="Times New Roman"/>
                <a:cs typeface="Times New Roman"/>
              </a:rPr>
              <a:t>571477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7C39E-ADFB-217F-31E7-955F55452271}"/>
              </a:ext>
            </a:extLst>
          </p:cNvPr>
          <p:cNvSpPr txBox="1"/>
          <p:nvPr/>
        </p:nvSpPr>
        <p:spPr>
          <a:xfrm>
            <a:off x="974861" y="2175129"/>
            <a:ext cx="1024227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“Decentralized File Storage System using</a:t>
            </a: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Blockchain Technology”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47085-A607-ECF2-42A3-A5B50F4418F2}"/>
              </a:ext>
            </a:extLst>
          </p:cNvPr>
          <p:cNvSpPr txBox="1"/>
          <p:nvPr/>
        </p:nvSpPr>
        <p:spPr>
          <a:xfrm>
            <a:off x="213690" y="4797023"/>
            <a:ext cx="3486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D           4MH22CD003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H.D       4MH22CD004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Meghana A.S          4MH22CD026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Sahana S R              4MH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22CD051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E1106-AF18-439F-7A80-7E3421F5F44F}"/>
              </a:ext>
            </a:extLst>
          </p:cNvPr>
          <p:cNvSpPr txBox="1"/>
          <p:nvPr/>
        </p:nvSpPr>
        <p:spPr>
          <a:xfrm>
            <a:off x="6291470" y="4797023"/>
            <a:ext cx="6504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 SHALINI M.C</a:t>
            </a:r>
          </a:p>
        </p:txBody>
      </p:sp>
    </p:spTree>
    <p:extLst>
      <p:ext uri="{BB962C8B-B14F-4D97-AF65-F5344CB8AC3E}">
        <p14:creationId xmlns:p14="http://schemas.microsoft.com/office/powerpoint/2010/main" val="45700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33DE-801C-18D7-DD4C-AEFA3CC11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398" y="490331"/>
            <a:ext cx="4622489" cy="57315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0C4F5-6FE0-4AC8-5B9C-45466C778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85" y="1789044"/>
            <a:ext cx="11647189" cy="34786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data are stored on cloud platforms like Google Drive and OneDrive.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use centralized storage.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failure or attacks can affect data access and privacy.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Decentralized File Storage System using Blockchain.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secure, transparent, and reliable data storage.</a:t>
            </a:r>
          </a:p>
        </p:txBody>
      </p:sp>
    </p:spTree>
    <p:extLst>
      <p:ext uri="{BB962C8B-B14F-4D97-AF65-F5344CB8AC3E}">
        <p14:creationId xmlns:p14="http://schemas.microsoft.com/office/powerpoint/2010/main" val="737263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215F-7537-DB71-8061-0A814AC7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76" y="490303"/>
            <a:ext cx="3864848" cy="6526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0A1C7-2C8A-4FF4-504D-1D54F4FD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42" y="1431235"/>
            <a:ext cx="11070719" cy="449085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systems are commonly used for storing and sharing digital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storage models depend on a single server, making them vulnerable to failures and security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 provides a decentralized and tamper-proof environment for data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distributing data across multiple nodes, blockchain improves security and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blockchain technology to create a decentralized file storage solution.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38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0908-E3DA-9F0B-C2C4-B768C0FC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302" y="478708"/>
            <a:ext cx="4985395" cy="596630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677A9-6107-1012-AACB-64955FA6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394" y="1550503"/>
            <a:ext cx="10305406" cy="4659823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cloud storage solutions such as Google Drive and OneDrive rely on centralized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architecture creates a single point of failure, making systems vulnerable to cyberattacks.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face increased risks of data hacking and unauthorized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also experience loss of data control and privacy.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from data loss or cyberattacks in centralized systems can be time-consuming and costly.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864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C66B-71E6-73D1-3D7A-B84B9D822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917" y="331304"/>
            <a:ext cx="3169109" cy="8106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B65A-9D6B-DC36-87B0-A3D35DFCB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213" y="1630017"/>
            <a:ext cx="9085633" cy="348673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limitations of centralized file storage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decentralized file storage system using blockchain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data security and privacy.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single point of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availability even when a node fails.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47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343F-7F44-52E9-91CD-C2D27E56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0229" y="435638"/>
            <a:ext cx="4749431" cy="762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6F1D3-ED42-2A20-BFBD-695C8B4A900D}"/>
              </a:ext>
            </a:extLst>
          </p:cNvPr>
          <p:cNvSpPr txBox="1"/>
          <p:nvPr/>
        </p:nvSpPr>
        <p:spPr>
          <a:xfrm>
            <a:off x="546431" y="1426238"/>
            <a:ext cx="1090388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Juan Benet (2014) – Inter Planetary File System (IPFS)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– Content Addressed, Versioned, Peer-to-Peer File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decentralized peer-to-peer file storage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identified using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Identifier (CID)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by hashing file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split and distributed across multiple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availability, fault tolerance, and storage efficiency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depends on the number of active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incentive mechanisms for long-term file persistence.</a:t>
            </a:r>
          </a:p>
        </p:txBody>
      </p:sp>
    </p:spTree>
    <p:extLst>
      <p:ext uri="{BB962C8B-B14F-4D97-AF65-F5344CB8AC3E}">
        <p14:creationId xmlns:p14="http://schemas.microsoft.com/office/powerpoint/2010/main" val="109002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4575-D6C5-FDE3-756D-472913F4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77334" y="-233464"/>
            <a:ext cx="8596668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52CEF-275D-B0BC-9773-F44EE509CDA5}"/>
              </a:ext>
            </a:extLst>
          </p:cNvPr>
          <p:cNvSpPr txBox="1"/>
          <p:nvPr/>
        </p:nvSpPr>
        <p:spPr>
          <a:xfrm>
            <a:off x="556593" y="1133062"/>
            <a:ext cx="1026712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Gavin Wood (2015) – Ethereum and Smart Contracts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Ethereum: A Secure Decentralized Generalized Transaction Ledger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programmable blockchain platform.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execution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self-executing programs.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development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applications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DApps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fine-grained control over transactions and permissions.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fees (gas costs) can be high.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 during network congestion.</a:t>
            </a:r>
          </a:p>
        </p:txBody>
      </p:sp>
    </p:spTree>
    <p:extLst>
      <p:ext uri="{BB962C8B-B14F-4D97-AF65-F5344CB8AC3E}">
        <p14:creationId xmlns:p14="http://schemas.microsoft.com/office/powerpoint/2010/main" val="274862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5FEB-07ED-BF85-AE72-60F10C32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403" y="373378"/>
            <a:ext cx="4292231" cy="79118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0A19-A3A4-E137-50A7-A087E7EEF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08" y="1649262"/>
            <a:ext cx="6617989" cy="464057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 decentralized file storage system combining IPFS and blockchain for secure, immutable data handling.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interact via a React.js frontend, with MetaMask for authentication.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are encrypted, stored in IPFS, and their hashes, along with metadata, are saved on the blockchain using Solidity smart contracts.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E50B3-A736-631C-1A43-74C62DE2D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31" y="1164561"/>
            <a:ext cx="5325896" cy="46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8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97303-A959-802D-74A7-A853CC57F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298" y="0"/>
            <a:ext cx="5291733" cy="961534"/>
          </a:xfrm>
        </p:spPr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84047-21D6-8525-4D04-631EB3A864E2}"/>
              </a:ext>
            </a:extLst>
          </p:cNvPr>
          <p:cNvSpPr txBox="1"/>
          <p:nvPr/>
        </p:nvSpPr>
        <p:spPr>
          <a:xfrm>
            <a:off x="566531" y="1063487"/>
            <a:ext cx="12523304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decentralized, tamper-proof data storage.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transparency and data integrity.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platform used to deploy smart contracts.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file ownership and access control.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Self-executing programs on Ethereum.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file access and permissions automatically.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details and file metadata.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81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DFB0A7-7741-7066-79E6-C70D46E09646}"/>
              </a:ext>
            </a:extLst>
          </p:cNvPr>
          <p:cNvSpPr txBox="1"/>
          <p:nvPr/>
        </p:nvSpPr>
        <p:spPr>
          <a:xfrm>
            <a:off x="367748" y="675862"/>
            <a:ext cx="8915400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(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InterPlanetary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peer-to-peer file storage.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encrypted files and generates CID.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files before storage.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confidentiality.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encryption, IPFS and blockchain interaction.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bridge between frontend and backend services.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Frontend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for file upload and download.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dirty="0">
                <a:latin typeface="Arial" panose="020B0604020202020204" pitchFamily="34" charset="0"/>
              </a:rPr>
            </a:br>
            <a:br>
              <a:rPr lang="en-US" altLang="en-US" sz="2400" dirty="0">
                <a:latin typeface="Arial" panose="020B0604020202020204" pitchFamily="34" charset="0"/>
              </a:rPr>
            </a:b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00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4C92-AD11-2808-7464-9BC059D5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550" y="184666"/>
            <a:ext cx="5872899" cy="8604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7E233A-594C-F12B-FCD6-648C6DA53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0767" y="1317164"/>
            <a:ext cx="5872899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/ Client Layer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for user interaction.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Uploads and downloads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Encrypts and decrypts files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IPFS and blockchain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 (Ethereum)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CID, file hash, owner details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smart contracts for verify user access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AF6474A-6735-88D4-7916-2ED52ECA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EAB06-8F51-5062-5CCD-E712F0FB9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873" y="1317164"/>
            <a:ext cx="4858328" cy="503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3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3E76-2CC7-5346-0665-9C5BF6F7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77334" y="-179111"/>
            <a:ext cx="8596668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F153-077F-04F0-A28C-F23611B2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76693"/>
            <a:ext cx="8596668" cy="51646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Layer (IPFS)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encrypted files in decentralized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decentralized storage with no single point of failure.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(MongoDB)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user information and metadata.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logs and file records.</a:t>
            </a:r>
          </a:p>
          <a:p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encrypted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IPFS.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 and file details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on Blockchain.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verification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Done via Smart Contracts.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338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9E20-4873-858F-17DF-A83E892D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134" y="440899"/>
            <a:ext cx="8596668" cy="72237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 FLOW</a:t>
            </a:r>
            <a:br>
              <a:rPr lang="en-IN" sz="3200" dirty="0">
                <a:solidFill>
                  <a:schemeClr val="tx1"/>
                </a:solidFill>
              </a:rPr>
            </a:b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FB77-3F3D-D121-C0A2-BCFA73D4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16" y="946403"/>
            <a:ext cx="11617370" cy="496519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the user logs into our web application.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upload a file, our system first encrypts the file using AES-256 encryption.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is a highly secure encryption standard that uses a 256-bit key to scramble data. AES makes the data unreadable to anyone else.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file is then uploaded to IPFS.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stores the fragmented pieces in different  nodes and returns the CID, which we record in the blockchain.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Later, when the user wants to retrieve the file, they simply enter the CID. The system collects the file from IPFS, decrypts it and returns it safely.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9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AB4456-8D36-1405-14FA-9D4793A0B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804" y="256032"/>
            <a:ext cx="9526458" cy="6345936"/>
          </a:xfrm>
        </p:spPr>
      </p:pic>
    </p:spTree>
    <p:extLst>
      <p:ext uri="{BB962C8B-B14F-4D97-AF65-F5344CB8AC3E}">
        <p14:creationId xmlns:p14="http://schemas.microsoft.com/office/powerpoint/2010/main" val="312714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3141-8151-31E7-EF18-7C59C0EB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2544"/>
          </a:xfrm>
        </p:spPr>
        <p:txBody>
          <a:bodyPr>
            <a:normAutofit fontScale="90000"/>
          </a:bodyPr>
          <a:lstStyle/>
          <a:p>
            <a:br>
              <a:rPr lang="en-IN" sz="3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4FA3-13D2-32FB-A4C1-C6F202D68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880872"/>
            <a:ext cx="11707368" cy="4724626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strong security using encryption and blockchain.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single point of failure.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has full control over data and high security.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transparent and ensure full data privacy and ownership for the user.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also more cost-effective and scalable compared to centralized cloud storage.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dirty="0"/>
              <a:t>	</a:t>
            </a:r>
          </a:p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b="1" dirty="0"/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record storage.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and confidential files where security is extremely important</a:t>
            </a:r>
            <a:r>
              <a:rPr lang="en-US" sz="2600" dirty="0"/>
              <a:t>.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5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E7536-C998-7623-4BD3-6F5C81BDBC34}"/>
              </a:ext>
            </a:extLst>
          </p:cNvPr>
          <p:cNvSpPr txBox="1"/>
          <p:nvPr/>
        </p:nvSpPr>
        <p:spPr>
          <a:xfrm>
            <a:off x="1285995" y="471307"/>
            <a:ext cx="91164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C2E73-96D9-B89E-269E-A9DE7CB80775}"/>
              </a:ext>
            </a:extLst>
          </p:cNvPr>
          <p:cNvSpPr txBox="1"/>
          <p:nvPr/>
        </p:nvSpPr>
        <p:spPr>
          <a:xfrm>
            <a:off x="188843" y="1820231"/>
            <a:ext cx="61821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decentralized, and tamper-proof storage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ensures transparency and trust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improves availability and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outperforms centralized storage in security aspects.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CC03A-E39F-C190-25A1-D846A2D8572B}"/>
              </a:ext>
            </a:extLst>
          </p:cNvPr>
          <p:cNvSpPr txBox="1"/>
          <p:nvPr/>
        </p:nvSpPr>
        <p:spPr>
          <a:xfrm>
            <a:off x="6184167" y="1820231"/>
            <a:ext cx="56003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Layer-2 blockchain networks to reduce transaction cost.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Zero-Knowledge Proofs (ZKPs) for privacy.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for file management.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AI-based monitoring for detecting abnormal access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26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11846C-50C9-3E7B-19D0-96433126E930}"/>
              </a:ext>
            </a:extLst>
          </p:cNvPr>
          <p:cNvSpPr txBox="1"/>
          <p:nvPr/>
        </p:nvSpPr>
        <p:spPr>
          <a:xfrm>
            <a:off x="3715700" y="427383"/>
            <a:ext cx="4760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sz="32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4492C-F92C-3777-1928-A9E2575E19D4}"/>
              </a:ext>
            </a:extLst>
          </p:cNvPr>
          <p:cNvSpPr txBox="1"/>
          <p:nvPr/>
        </p:nvSpPr>
        <p:spPr>
          <a:xfrm>
            <a:off x="109331" y="1905506"/>
            <a:ext cx="124139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D (4MH22CD003) – Abstract, Introduction, Problem Statement, Objectives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Meghana A.S (4MH22CD026) – Proposed System, Technologies Used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H.D (4MH22CD004) – System Architecture, System Work Flow, Advantages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Sahana S R (4MH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22CD051) – Application, Conclusion &amp; Future Enhancement, References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6670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A512-7248-5100-E418-638C8305C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023" y="321365"/>
            <a:ext cx="3357953" cy="762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D261F-3D4A-C012-7F9A-BBE323A3D767}"/>
              </a:ext>
            </a:extLst>
          </p:cNvPr>
          <p:cNvSpPr txBox="1"/>
          <p:nvPr/>
        </p:nvSpPr>
        <p:spPr>
          <a:xfrm>
            <a:off x="465021" y="1351722"/>
            <a:ext cx="112619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Parameswaran and M. Kavitha, “A blockchain-based decentralized storage model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Filecoin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Conference on Blockchain Technology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Ramesh and S. Priya, “Secure decentralized cloud storage using Sia,”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Journal of Cloud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A. Sharma and L. Thomas, “Peer-to-peer encrypted storage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 Journal of Distributed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Vivek and G. Meenakshi, “Swarm: A decentralized storage system integrated with Ethereum,”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Conference on Distributed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R. Nagaraj and L. Devi, “Comparative analysis of decentralized storage platforms,”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Journal of Network and Computer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R. Karthik and S. Banerjee, “A hybrid blockchain and IPFS-based decentralized storage system,”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D. Ananya and R. Gupta, “Enhanced data verification in decentralized storage using Merkle tree optimization,”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 Nature Journal of Distributed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</p:txBody>
      </p:sp>
    </p:spTree>
    <p:extLst>
      <p:ext uri="{BB962C8B-B14F-4D97-AF65-F5344CB8AC3E}">
        <p14:creationId xmlns:p14="http://schemas.microsoft.com/office/powerpoint/2010/main" val="1200682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0ACF64-E01F-BCF7-1A1A-09FD47278B59}"/>
              </a:ext>
            </a:extLst>
          </p:cNvPr>
          <p:cNvSpPr txBox="1"/>
          <p:nvPr/>
        </p:nvSpPr>
        <p:spPr>
          <a:xfrm>
            <a:off x="447261" y="920621"/>
            <a:ext cx="114101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S. Rohit and K. Bhatia, “Privacy-preserving decentralized cloud storage using homomorphic encryption,”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Journal of Information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M. Deepa and T. Arjun, “AI-based predictive caching for decentralized storage systems,”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Cloud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Krishna and K. Sandeep, “Lightweight decentralized storage architecture for small organizations,”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Journal of Information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Ritika and N. Prakash, “Blockchain-enabled IPFS framework for secure document sharing,”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B. Mahesh and T. Rekha, “Decentralized file storage optimized for IoT environments,”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ICT Express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J. Aarav and L. Sneha, “Machine learning-based incentive allocation in decentralized storage networks,”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 AI &amp; Cloud Journal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D. Sowmya and P. Rajesh, “Zero-knowledge proof-based secure metadata management in decentralized storage,”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G. Harini and V. Kiran, “Cross-chain data migration for decentralized storage platforms,”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Journal of Computer Networks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2412749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13271-E002-4ED6-0826-178EBE9F78A9}"/>
              </a:ext>
            </a:extLst>
          </p:cNvPr>
          <p:cNvSpPr txBox="1"/>
          <p:nvPr/>
        </p:nvSpPr>
        <p:spPr>
          <a:xfrm>
            <a:off x="3899276" y="2136912"/>
            <a:ext cx="418185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0676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429</TotalTime>
  <Words>1552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ABSTRACT </vt:lpstr>
      <vt:lpstr>INTRODUCTION </vt:lpstr>
      <vt:lpstr>PROBLEM STATEMENT</vt:lpstr>
      <vt:lpstr>  OBJECTIVES   </vt:lpstr>
      <vt:lpstr>LITERATURE SURVEY </vt:lpstr>
      <vt:lpstr>PowerPoint Presentation</vt:lpstr>
      <vt:lpstr>PROPOSED SYSTEM</vt:lpstr>
      <vt:lpstr>TECHNOLOGIES USED</vt:lpstr>
      <vt:lpstr>PowerPoint Presentation</vt:lpstr>
      <vt:lpstr>SYSTEM ARCHITECTURE</vt:lpstr>
      <vt:lpstr>PowerPoint Presentation</vt:lpstr>
      <vt:lpstr>SYSTEM WORK FLOW </vt:lpstr>
      <vt:lpstr>PowerPoint Presentation</vt:lpstr>
      <vt:lpstr>      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Meghana A S</dc:creator>
  <cp:lastModifiedBy>aishwarya262005@gmail.com</cp:lastModifiedBy>
  <cp:revision>11</cp:revision>
  <dcterms:created xsi:type="dcterms:W3CDTF">2025-12-17T10:24:02Z</dcterms:created>
  <dcterms:modified xsi:type="dcterms:W3CDTF">2026-01-08T14:47:38Z</dcterms:modified>
</cp:coreProperties>
</file>